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問い合わせ件数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ノートの文言：価格は税抜で説明する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新サービス導入のご提案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2026年度 企画部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月別の問い合わせ件数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20000" y="1440000"/>
          <a:ext cx="5760000" cy="32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承認の流れ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2160000"/>
            <a:ext cx="180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申請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40000" y="2160000"/>
            <a:ext cx="180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承認</a:t>
            </a:r>
          </a:p>
        </p:txBody>
      </p:sp>
      <p:cxnSp>
        <p:nvCxnSpPr>
          <p:cNvPr id="5" name="Connector 4"/>
          <p:cNvCxnSpPr>
            <a:stCxn id="3" idx="3"/>
            <a:endCxn id="4" idx="1"/>
          </p:cNvCxnSpPr>
          <p:nvPr/>
        </p:nvCxnSpPr>
        <p:spPr>
          <a:xfrm>
            <a:off x="2520000" y="2520000"/>
            <a:ext cx="252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720000" y="3960000"/>
            <a:ext cx="4500000" cy="540000"/>
            <a:chOff x="720000" y="3960000"/>
            <a:chExt cx="4500000" cy="540000"/>
          </a:xfrm>
        </p:grpSpPr>
        <p:sp>
          <p:nvSpPr>
            <p:cNvPr id="7" name="TextBox 6"/>
            <p:cNvSpPr txBox="1"/>
            <p:nvPr/>
          </p:nvSpPr>
          <p:spPr>
            <a:xfrm>
              <a:off x="720000" y="3960000"/>
              <a:ext cx="3600000" cy="54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グループ内の文字：担当は企画部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680000" y="3960000"/>
              <a:ext cx="540000" cy="540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費用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800000"/>
            <a:ext cx="7200000" cy="17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